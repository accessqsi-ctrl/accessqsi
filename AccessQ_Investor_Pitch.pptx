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6583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AccessQ</a:t>
            </a:r>
          </a:p>
          <a:p>
            <a:pPr algn="l"/>
            <a:r>
              <a:rPr sz="1800">
                <a:solidFill>
                  <a:srgbClr val="DCE8F5"/>
                </a:solidFill>
              </a:rPr>
              <a:t>Plateforme intelligente de gestion d'accès et de contrôle par QR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0" y="914400"/>
            <a:ext cx="3840480" cy="1280160"/>
          </a:xfrm>
          <a:prstGeom prst="roundRect">
            <a:avLst/>
          </a:prstGeom>
          <a:solidFill>
            <a:srgbClr val="006EBE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Solution sécurisée, rapide et traçable
pour événements, sites et organisations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Réduction du temps de contrôle d'accès et des files d'attente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Traçabilité en temps réel des entrées et sorties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Gestion centralisée des visiteurs, agents et événements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Modèle prêt à déployer sur le web et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6EBE"/>
                </a:solidFill>
              </a:rPr>
              <a:t>Présentation investisseurs • Version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Le problème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Pourquoi le marché a besoin de cette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Les contrôles d'accès sont encore souvent manuels, lents et peu fiables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Les processus papier ou semi-numériques entraînent des pertes de temps et des erreurs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La traçabilité des entrées est insuffisante pour les événements et organisations sensibles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Une sécurité fragile augmente les risques d'intrusion, de fraude ou de mauvaise gestion des accès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463040"/>
            <a:ext cx="4754880" cy="3200400"/>
          </a:xfrm>
          <a:prstGeom prst="roundRect">
            <a:avLst/>
          </a:prstGeom>
          <a:solidFill>
            <a:srgbClr val="F1F7FC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B1C38"/>
                </a:solidFill>
              </a:rPr>
              <a:t>Aujourd'hui, les organisations doivent gérer :
• des visiteurs
• des agents
• des zones sensibles
• des logs d'accès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La solution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AccessQ, une plateforme QR intelligente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Création et distribution de codes QR uniques par événement, zone ou utilisateur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Validation simplifiée par l'agent sur mobile ou tablette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Révocation et suivi en temps réel des accès</a:t>
            </a:r>
          </a:p>
          <a:p>
            <a:pPr algn="l">
              <a:spcAft>
                <a:spcPts val="1000"/>
              </a:spcAft>
              <a:defRPr sz="2000">
                <a:solidFill>
                  <a:srgbClr val="36454F"/>
                </a:solidFill>
              </a:defRPr>
            </a:pPr>
            <a:r>
              <a:t>Tableau de bord pour piloter l'activité et produire des exports utiles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463040"/>
            <a:ext cx="4754880" cy="3291840"/>
          </a:xfrm>
          <a:prstGeom prst="roundRect">
            <a:avLst/>
          </a:prstGeom>
          <a:solidFill>
            <a:srgbClr val="F1F7FC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B1C38"/>
                </a:solidFill>
              </a:rPr>
              <a:t>Une expérience simple :
1. Générer un QR
2. Scanner l'accès
3. Vérifier et tracer
4. Exporter et analyser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Produit et expérience utilisateur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Un système pensé pour les opérateurs et les décideurs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914400"/>
          </a:xfrm>
          <a:prstGeom prst="roundRect">
            <a:avLst/>
          </a:prstGeom>
          <a:solidFill>
            <a:srgbClr val="F1F7FC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06EBE"/>
                </a:solidFill>
              </a:rPr>
              <a:t>Administration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463040"/>
            <a:ext cx="2560320" cy="914400"/>
          </a:xfrm>
          <a:prstGeom prst="roundRect">
            <a:avLst/>
          </a:prstGeom>
          <a:solidFill>
            <a:srgbClr val="F1F7FC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06EBE"/>
                </a:solidFill>
              </a:rPr>
              <a:t>Agents terrain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63040"/>
            <a:ext cx="2560320" cy="914400"/>
          </a:xfrm>
          <a:prstGeom prst="roundRect">
            <a:avLst/>
          </a:prstGeom>
          <a:solidFill>
            <a:srgbClr val="F1F7FC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06EBE"/>
                </a:solidFill>
              </a:rPr>
              <a:t>Visiteurs / participants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Interface d'administration pour gérer utilisateurs, événements et zones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Application de scan dédiée pour le contrôle d'accès sur le terrain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Expérience fluide pour les participants avec vérification rapide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PWA et web responsive pour une adoption simple et rapide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Fonctionnalités clés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Ce qui rend le produit concret et différenciant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Authentification sécurisée et vérification d'email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Gestion d'événements, zones, agents et utilisateurs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Génération individuelle ou en masse de QR codes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Révocation en temps réel et journaux de scans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Export CSV/PDF et tableaux de bord analytiques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554480"/>
            <a:ext cx="47548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B1C38"/>
                </a:solidFill>
              </a:rPr>
              <a:t>Valeur client :
• gain de temps
• réduction des erreurs
• meilleure sécurité
• meilleure visibilité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Architecture et technologie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Une base solide pour une croissance rapide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760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Backend Node.js + Express pour une logique métier robuste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Prisma et PostgreSQL pour la fiabilité des données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Frontend Next.js avec interface responsive et moderne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QR generation, exports CSV/PDF et sécurité intégrée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Architecture prête pour l'extension à d'autres cas d'usage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554480"/>
            <a:ext cx="4572000" cy="3383280"/>
          </a:xfrm>
          <a:prstGeom prst="roundRect">
            <a:avLst/>
          </a:prstGeom>
          <a:solidFill>
            <a:srgbClr val="F1F7FC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B1C38"/>
                </a:solidFill>
              </a:rPr>
              <a:t>Scalabilité :
• multi-utilisateurs
• multi-événements
• intégration future
• déploiement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Marché et opportunité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Un besoin transversal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Événements, conférences, festivals, centres de congrès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Entreprises, sites sensibles, établissements scolaires et universitaires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Hôtels, résidences, espaces de coworking et infrastructures de sécurité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Demande forte pour des solutions simples, rapides et traçables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554480"/>
            <a:ext cx="4572000" cy="3474720"/>
          </a:xfrm>
          <a:prstGeom prst="roundRect">
            <a:avLst/>
          </a:prstGeom>
          <a:solidFill>
            <a:srgbClr val="F2F8FF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C38"/>
                </a:solidFill>
              </a:rPr>
              <a:t>Positionnement :
une solution de contrôle d'accès moderne, adaptée à la digitalisation des organisations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Modèle économique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Comment créer de la valeur et de la croissance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Abonnement mensuel ou annuel par organisation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Offres premium avec analyses avancées, intégrations et support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Déploiement sur mesure pour grands comptes ou événements spécifiques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Potentiel de monétisation via usage, volume et services complémentaires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554480"/>
            <a:ext cx="4663440" cy="3474720"/>
          </a:xfrm>
          <a:prstGeom prst="roundRect">
            <a:avLst/>
          </a:prstGeom>
          <a:solidFill>
            <a:srgbClr val="F1F7FC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C38"/>
                </a:solidFill>
              </a:rPr>
              <a:t>Objectif : transformer un outil technique en plateforme d'efficacité et de sécurité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1C38"/>
                </a:solidFill>
              </a:rPr>
              <a:t>Feuille de route</a:t>
            </a:r>
          </a:p>
          <a:p>
            <a:pPr algn="l"/>
            <a:r>
              <a:rPr sz="1100">
                <a:solidFill>
                  <a:srgbClr val="006EBE"/>
                </a:solidFill>
              </a:rPr>
              <a:t>Étapes de développement et d'expansion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Phase 1 : stabilisation du MVP et amélioration de l'expérience utilisateur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Phase 2 : pilotes avec premiers clients et retours terrain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Phase 3 : automatisation, analytics avancées et intégrations</a:t>
            </a:r>
          </a:p>
          <a:p>
            <a:pPr algn="l">
              <a:spcAft>
                <a:spcPts val="1000"/>
              </a:spcAft>
              <a:defRPr sz="1800">
                <a:solidFill>
                  <a:srgbClr val="36454F"/>
                </a:solidFill>
              </a:defRPr>
            </a:pPr>
            <a:r>
              <a:t>Phase 4 : expansion vers de nouveaux secteurs et marchés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554480"/>
            <a:ext cx="457200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C38"/>
                </a:solidFill>
              </a:rPr>
              <a:t>Vision : devenir une référence en accès numérique sécurisé et traçable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4937760" cy="1005840"/>
          </a:xfrm>
          <a:prstGeom prst="roundRect">
            <a:avLst/>
          </a:prstGeom>
          <a:solidFill>
            <a:srgbClr val="006EBE"/>
          </a:solidFill>
          <a:ln>
            <a:solidFill>
              <a:srgbClr val="00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Pourquoi investir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Produit à forte valeur ajoutée dans un marché de la sécurité et de l'efficacité</a:t>
            </a:r>
          </a:p>
          <a:p>
            <a:pPr algn="l"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Solution déjà structurée techniquement et prête à être commercialisée</a:t>
            </a:r>
          </a:p>
          <a:p>
            <a:pPr algn="l"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Potentiel de croissance via répétition, expansion et services premium</a:t>
            </a:r>
          </a:p>
          <a:p>
            <a:pPr algn="l">
              <a:spcAft>
                <a:spcPts val="1000"/>
              </a:spcAft>
              <a:defRPr sz="1900">
                <a:solidFill>
                  <a:srgbClr val="36454F"/>
                </a:solidFill>
              </a:defRPr>
            </a:pPr>
            <a:r>
              <a:t>Mission claire : simplifier, sécuriser et digitaliser l'accès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0" y="2011680"/>
            <a:ext cx="4389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6EBE"/>
                </a:solidFill>
              </a:rPr>
              <a:t>Contact
Nom / entreprise
Email / téléphone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